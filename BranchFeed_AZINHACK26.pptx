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E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B50F5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Branch Feed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D6E4"/>
                </a:solidFill>
              </a:rPr>
              <a:t>News, hackathons and new tech for your engineering branch, in one place.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3566160"/>
            <a:ext cx="1097280" cy="64008"/>
          </a:xfrm>
          <a:prstGeom prst="rect">
            <a:avLst/>
          </a:prstGeom>
          <a:solidFill>
            <a:srgbClr val="F26B2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840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6E4"/>
                </a:solidFill>
              </a:rPr>
              <a:t>AZINHACK '26  |  Keshav Gupta, BVCOE (ECE)  |  Built with TinyFish Search API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Students check many places: news sites, Unstop/Devfolio, tech blogs.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Generic searches are not branch-specific. An ECE student gets software news and CSE-only events.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Search results are noisy: social posts that need a login, and long listing pages instead of real events.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Result: students miss hackathons and industry news that match their branch.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Pick a branch (CSE, ECE, EEE, Mechanical, Civil) and get one feed.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Three sections: News, Hackathons, New tech, each searched with branch-specific queries.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Results are cleaned: social links removed, listing pages dropped, official hackathon platforms ranked first.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Works as a simple website, no login needed.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users and use case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Engineering undergraduates, especially 1st to 3rd year looking for hackathons and internships.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College tech clubs that want a branch-wise feed for their members.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Use case: an ECE student wants IoT, embedded and semiconductor hackathons, not generic ones.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One click on ECE shows events like the SEMICON India Hackathon instead of a long list.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of Machine Learning / 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The prototype trains no custom model. Retrieval and ranking come from the TinyFish Search API.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We add a branch-to-topic mapping and rule-based filtering on top, so results fit each branch.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Next step: an LLM to summarize each result and score how relevant it is to the student's branch.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technical approach</a:t>
            </a:r>
            <a:endParaRPr lang="en-US" sz="3000" dirty="0"/>
          </a:p>
        </p:txBody>
      </p:sp>
      <p:sp>
        <p:nvSpPr>
          <p:cNvPr id="3" name="step0"/>
          <p:cNvSpPr/>
          <p:nvPr/>
        </p:nvSpPr>
        <p:spPr>
          <a:xfrm>
            <a:off x="640080" y="15544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2B50F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54480"/>
            <a:ext cx="173736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HTML, CSS, JS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branch chips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540"/>
                </a:solidFill>
              </a:rPr>
              <a:t>→</a:t>
            </a:r>
            <a:endParaRPr lang="en-US" sz="2200" dirty="0"/>
          </a:p>
        </p:txBody>
      </p:sp>
      <p:sp>
        <p:nvSpPr>
          <p:cNvPr id="6" name="step1"/>
          <p:cNvSpPr/>
          <p:nvPr/>
        </p:nvSpPr>
        <p:spPr>
          <a:xfrm>
            <a:off x="2651760" y="15544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1B254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51760" y="1554480"/>
            <a:ext cx="173736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Flask 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Python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/api/feed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54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tep2"/>
          <p:cNvSpPr/>
          <p:nvPr/>
        </p:nvSpPr>
        <p:spPr>
          <a:xfrm>
            <a:off x="4663440" y="15544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F26B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554480"/>
            <a:ext cx="173736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TinyFish Search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News, hackathon,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tech queries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01168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540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tep3"/>
          <p:cNvSpPr/>
          <p:nvPr/>
        </p:nvSpPr>
        <p:spPr>
          <a:xfrm>
            <a:off x="6675120" y="1554480"/>
            <a:ext cx="1737360" cy="1371600"/>
          </a:xfrm>
          <a:prstGeom prst="roundRect">
            <a:avLst>
              <a:gd name="adj" fmla="val 6667"/>
            </a:avLst>
          </a:prstGeom>
          <a:solidFill>
            <a:srgbClr val="0F9D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0" y="1554480"/>
            <a:ext cx="1737360" cy="13716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Filter + rank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social links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 listing pages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40"/>
                </a:solidFill>
              </a:rPr>
              <a:t>Results go back to the browser as JSON and are shown in three sections.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84"/>
                </a:solidFill>
              </a:rPr>
              <a:t>The API key stays on the backend in a .env file and is never sent to the browser.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TinyFish integration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50F5"/>
                </a:solidFill>
              </a:rPr>
              <a:t>Used in the prototype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</a:rPr>
              <a:t>Search API on every branch click: news (with news filter), hackathons (2 branch-themed queries), new tech.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</a:rPr>
              <a:t>Results filtered and ranked in our backend.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B21"/>
                </a:solidFill>
              </a:rPr>
              <a:t>Planned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</a:rPr>
              <a:t>Fetch API: open each hackathon page and extract its deadline, then hide expired events.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540"/>
                </a:solidFill>
              </a:rPr>
              <a:t>Monitors: watch hackathon platforms and alert students when a new event for their branch appears.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Saves time: one click replaces searching several sites.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Surfaces branch-relevant opportunities that students often miss.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Helps students from smaller colleges find official hackathon pages directly.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Builds the habit of staying updated on their own field.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Feasibility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A working prototype already exists: Flask backend, TinyFish Search and a simple web UI.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Open-source repo with README and setup steps; runs locally with one API key.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Low cost: the only running cost is a few API calls per click.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Adding a branch takes two config entries in the code.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Known limit: live results can include events whose registration has closed. The Fetch API step above addresses this.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200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Extract and show registration deadlines; hide expired events.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Email or WhatsApp alerts using TinyFish Monitors.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LLM summaries and relevance scores for each result.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More branches, college-specific feeds, bookmarks.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B2540"/>
                </a:solidFill>
              </a:rPr>
              <a:t>Better mobile layout.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78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nchFeed">
  <a:themeElements>
    <a:clrScheme name="BranchFeed">
      <a:dk1>
        <a:srgbClr val="1B2540"/>
      </a:dk1>
      <a:lt1>
        <a:srgbClr val="FFFFFF"/>
      </a:lt1>
      <a:dk2>
        <a:srgbClr val="5B6784"/>
      </a:dk2>
      <a:lt2>
        <a:srgbClr val="EEF1F6"/>
      </a:lt2>
      <a:accent1>
        <a:srgbClr val="2B50F5"/>
      </a:accent1>
      <a:accent2>
        <a:srgbClr val="F26B21"/>
      </a:accent2>
      <a:accent3>
        <a:srgbClr val="0F9D8A"/>
      </a:accent3>
      <a:accent4>
        <a:srgbClr val="7A3FF2"/>
      </a:accent4>
      <a:accent5>
        <a:srgbClr val="CFD6E4"/>
      </a:accent5>
      <a:accent6>
        <a:srgbClr val="B3261E"/>
      </a:accent6>
      <a:hlink>
        <a:srgbClr val="2B50F5"/>
      </a:hlink>
      <a:folHlink>
        <a:srgbClr val="5B6784"/>
      </a:folHlink>
    </a:clrScheme>
    <a:fontScheme name="BranchFeed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Branch Feed - AZINHACK 26</dc:title>
  <dc:subject>PptxGenJS Presentation</dc:subject>
  <dc:creator>Keshav Gupta</dc:creator>
  <cp:lastModifiedBy>Keshav Gupta</cp:lastModifiedBy>
  <cp:revision>1</cp:revision>
  <dcterms:created xsi:type="dcterms:W3CDTF">2026-10-18T16:04:13Z</dcterms:created>
  <dcterms:modified xsi:type="dcterms:W3CDTF">2026-10-18T16:04:13Z</dcterms:modified>
</cp:coreProperties>
</file>